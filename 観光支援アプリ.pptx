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6F5CAD-C221-2D86-B237-8C5EC85EF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85B6730-AB3C-D337-3C6E-C82100E1F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7E984E-414B-FD9E-2BE0-ACF5C42C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E3401A-325A-F8B3-67AB-F69030FA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F5C333-6476-1118-0AAF-BE7D37283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276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2C7446-C3C7-05A2-B8CB-8D1DC22C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4137DD-3EB9-CEC5-BD18-282352972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E73957-FEDC-6D08-53ED-9A26A007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E7F24A-DD93-DC94-CB8F-24A6C0844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1998AA-6408-3681-649B-426F1C00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714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101B9D-0FD2-9F1A-672F-B2037C0F5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191D66F-DDDD-4630-4C73-E85997E9E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1AC0A3-3F6C-0E60-F59B-3B5E8D3FF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38745A-DDD2-3FBD-2E04-446D93BB8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5AAC02-7815-BEA8-BA65-FF929E5C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61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E29860-F16B-6925-FBE9-35C5860B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90FEB7-3CB6-F5D0-B23F-ADB3F51311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C76D27F-CA86-3E48-5060-AC702452A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ED11CF-A077-428B-C9D3-696A391D7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67DB3A-B37E-9FC1-7BE8-1933F1B4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7DE111-63F3-0A79-5568-4DC0421E6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27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7E7472-C9F5-B5FE-6F31-8BC4DFF1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87B804-0697-2B5C-BDB4-072686E0E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C1BBDC-CA0F-ADC9-F481-07F7BF285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F241509-47E1-ADF5-E5B7-6C1AA228E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EB24548-3BF4-5DCC-E21A-F1BF1F5B7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90C163-F1A3-3D34-5204-17D85EA0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38F565A-1C6C-19B0-2969-0817E8F6C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A5074E-0EB7-CF26-0984-4A65B483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86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7107CF-BCE3-944F-8D44-6277E3BE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3C992C7-CC49-8486-19F5-87609B5E2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74E261-6A02-7676-0795-5CD817CF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78486C-D979-183C-D242-6050D01C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84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EBFBAD5-C18A-3FE7-749F-1BE742774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CCBCD4A-182B-55B7-4811-391EEF5B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34448B-30A6-7B1C-6CF4-735712E8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0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B163C0-F7D8-A399-B093-C49E878D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96D514-D7AE-E306-5467-C086CF27E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3CD8EA9-D671-6C2C-CD6E-3EA04D974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00CA1E-D2A6-F818-3175-7FF4A9DD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A7EC1F-D973-B5BD-B5F3-49F0129A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5DE25C-412D-B437-C511-AFEED9791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588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AFED07-8AF3-DBEA-962C-DAC81617D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6A64779-2479-4F9C-2FAD-9D152E9AC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24B3B9-0F7A-CB28-3174-9BE0508FA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C3B214-0E48-C586-13BD-849D4E51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2D2B84-D6EF-96E7-D411-D3BAED3B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D4853BD-5CE3-1B13-2ACD-677F3D59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397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D86B19-7451-1D94-350E-AEE943D4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D08B7FD-5FFE-AA3B-E33A-6E80F816F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A52AAE-6D72-6F56-DFCE-9EACEF7D5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0EB37C-B4D8-33E3-FAD6-5D59EC0A0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C39D9B-036C-303A-FCDE-76906F77E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044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41DDA1B-208C-DFBE-EEC2-AB5E9C632F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9228E8A-FAE4-DD93-609D-6195509C0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C126F2-D6E6-9DB4-FEF7-B45A742C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1D1E22-588A-882D-F3F0-E4D05F58B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4CD1CC-BE3A-16A8-6C7F-668DC5D3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24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3159754-CE55-85F0-8133-C502DBD63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536326-8EF3-6987-284C-3AC5C4B6E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6D764B-AFEB-996E-686C-B4857280FF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97D03-FEB8-4A51-A845-9013EE10642C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955A8C-273D-3B8A-E28F-1FB0DB151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DE0BD6-EB82-F26B-8918-5A1DCE48D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06826-8151-4D28-8BE8-25915D6C2D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4194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84105-8372-EC52-5D4A-485C3DE6A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b="1" dirty="0"/>
              <a:t>観光支援アプリ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CD17A9-2E64-EFAA-62AF-0676CAEA4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8867"/>
            <a:ext cx="9144000" cy="1655762"/>
          </a:xfrm>
        </p:spPr>
        <p:txBody>
          <a:bodyPr/>
          <a:lstStyle/>
          <a:p>
            <a:r>
              <a:rPr kumimoji="1" lang="ja-JP" altLang="en-US" dirty="0"/>
              <a:t>山崎湊平</a:t>
            </a:r>
          </a:p>
        </p:txBody>
      </p:sp>
    </p:spTree>
    <p:extLst>
      <p:ext uri="{BB962C8B-B14F-4D97-AF65-F5344CB8AC3E}">
        <p14:creationId xmlns:p14="http://schemas.microsoft.com/office/powerpoint/2010/main" val="534334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8AF4A-98AA-3D35-7D6F-30122D5F4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現在の実装内容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B4220FF-002B-9839-D38D-F6840ADF4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ホーム画面</a:t>
            </a:r>
          </a:p>
          <a:p>
            <a:r>
              <a:rPr lang="ja-JP" altLang="en-US" dirty="0"/>
              <a:t>詳細画面</a:t>
            </a:r>
          </a:p>
          <a:p>
            <a:r>
              <a:rPr lang="ja-JP" altLang="en-US" dirty="0"/>
              <a:t>画面遷移</a:t>
            </a:r>
          </a:p>
          <a:p>
            <a:r>
              <a:rPr lang="ja-JP" altLang="en-US" dirty="0"/>
              <a:t>戻る機能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35346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86CEC6-D96A-35D1-A632-169DA700C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画面構成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ABF1BDE-0C0F-1838-48AA-457D88856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ホームページ</a:t>
            </a:r>
            <a:r>
              <a:rPr lang="en-US" altLang="ja-JP" dirty="0"/>
              <a:t>→ </a:t>
            </a:r>
            <a:r>
              <a:rPr lang="ja-JP" altLang="en-US" dirty="0"/>
              <a:t>詳細画面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6629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A8BE30-E6B4-E0EE-0ADA-55B0B9860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今後実装予定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2F6B2A-5E3E-A576-F588-35F2BA08B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観光地一覧表示</a:t>
            </a:r>
          </a:p>
          <a:p>
            <a:r>
              <a:rPr lang="ja-JP" altLang="en-US" dirty="0"/>
              <a:t>お気に入り機能</a:t>
            </a:r>
          </a:p>
          <a:p>
            <a:r>
              <a:rPr lang="ja-JP" altLang="en-US" dirty="0"/>
              <a:t>検索機能</a:t>
            </a:r>
          </a:p>
          <a:p>
            <a:r>
              <a:rPr lang="ja-JP" altLang="en-US" dirty="0"/>
              <a:t>画像表示</a:t>
            </a:r>
          </a:p>
          <a:p>
            <a:r>
              <a:rPr lang="ja-JP" altLang="en-US" dirty="0"/>
              <a:t>地図連携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20455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ワイド画面</PresentationFormat>
  <Paragraphs>16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観光支援アプリ</vt:lpstr>
      <vt:lpstr>現在の実装内容</vt:lpstr>
      <vt:lpstr>画面構成</vt:lpstr>
      <vt:lpstr>今後実装予定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山崎 湊平(zeal23410072)</dc:creator>
  <cp:lastModifiedBy>山崎 湊平(zeal23410072)</cp:lastModifiedBy>
  <cp:revision>1</cp:revision>
  <dcterms:created xsi:type="dcterms:W3CDTF">2026-05-13T05:33:14Z</dcterms:created>
  <dcterms:modified xsi:type="dcterms:W3CDTF">2026-05-13T05:33:24Z</dcterms:modified>
</cp:coreProperties>
</file>