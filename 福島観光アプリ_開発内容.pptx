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6" r:id="rId5"/>
    <p:sldId id="265" r:id="rId6"/>
    <p:sldId id="263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 err="1">
                <a:latin typeface="+mj-ea"/>
              </a:rPr>
              <a:t>福島観光アプリ</a:t>
            </a:r>
            <a:endParaRPr b="1" dirty="0">
              <a:latin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+mj-ea"/>
              </a:rPr>
              <a:t>実装機能</a:t>
            </a:r>
            <a:endParaRPr b="1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lang="ja-JP" altLang="en-US" sz="2800" b="1" dirty="0"/>
              <a:t>・</a:t>
            </a:r>
            <a:r>
              <a:rPr sz="2800" dirty="0" err="1">
                <a:latin typeface="+mn-ea"/>
              </a:rPr>
              <a:t>観光地一覧</a:t>
            </a:r>
            <a:br>
              <a:rPr sz="2800" dirty="0"/>
            </a:br>
            <a:r>
              <a:rPr lang="ja-JP" altLang="en-US" sz="2800" dirty="0"/>
              <a:t>・</a:t>
            </a:r>
            <a:r>
              <a:rPr sz="2800" dirty="0" err="1">
                <a:latin typeface="+mn-ea"/>
              </a:rPr>
              <a:t>画像表示</a:t>
            </a:r>
            <a:br>
              <a:rPr sz="2800" dirty="0"/>
            </a:br>
            <a:r>
              <a:rPr lang="ja-JP" altLang="en-US" sz="2800" dirty="0"/>
              <a:t>・</a:t>
            </a:r>
            <a:r>
              <a:rPr sz="2800" dirty="0" err="1">
                <a:latin typeface="+mn-ea"/>
              </a:rPr>
              <a:t>詳細画面</a:t>
            </a:r>
            <a:br>
              <a:rPr sz="2800" dirty="0"/>
            </a:br>
            <a:r>
              <a:rPr lang="ja-JP" altLang="en-US" sz="2800" dirty="0"/>
              <a:t>・</a:t>
            </a:r>
            <a:r>
              <a:rPr sz="2800" dirty="0" err="1">
                <a:latin typeface="+mn-ea"/>
              </a:rPr>
              <a:t>大きな画像表示</a:t>
            </a:r>
            <a:br>
              <a:rPr sz="2800" dirty="0"/>
            </a:br>
            <a:r>
              <a:rPr lang="ja-JP" altLang="en-US" sz="2800" dirty="0"/>
              <a:t>・</a:t>
            </a:r>
            <a:r>
              <a:rPr sz="2800" dirty="0" err="1">
                <a:latin typeface="+mn-ea"/>
              </a:rPr>
              <a:t>説明文</a:t>
            </a:r>
            <a:br>
              <a:rPr sz="2800" dirty="0"/>
            </a:br>
            <a:r>
              <a:rPr lang="ja-JP" altLang="en-US" sz="2800" dirty="0"/>
              <a:t>・</a:t>
            </a:r>
            <a:r>
              <a:rPr sz="2800" dirty="0" err="1">
                <a:latin typeface="+mn-ea"/>
              </a:rPr>
              <a:t>お気に入り登録</a:t>
            </a:r>
            <a:br>
              <a:rPr sz="2800" dirty="0"/>
            </a:br>
            <a:r>
              <a:rPr lang="ja-JP" altLang="en-US" sz="2800" dirty="0"/>
              <a:t>・</a:t>
            </a:r>
            <a:r>
              <a:rPr sz="2800" dirty="0" err="1">
                <a:latin typeface="+mn-ea"/>
              </a:rPr>
              <a:t>お気に入り一覧</a:t>
            </a:r>
            <a:endParaRPr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+mj-ea"/>
              </a:rPr>
              <a:t>画面構成</a:t>
            </a:r>
            <a:endParaRPr b="1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lang="ja-JP" altLang="en-US" sz="4400" dirty="0">
                <a:latin typeface="+mn-ea"/>
              </a:rPr>
              <a:t>・</a:t>
            </a:r>
            <a:r>
              <a:rPr sz="4400" dirty="0" err="1">
                <a:latin typeface="+mn-ea"/>
              </a:rPr>
              <a:t>一覧画面</a:t>
            </a:r>
            <a:br>
              <a:rPr lang="en-US" sz="4400" dirty="0">
                <a:latin typeface="+mn-ea"/>
              </a:rPr>
            </a:br>
            <a:br>
              <a:rPr sz="4400" dirty="0">
                <a:latin typeface="+mn-ea"/>
              </a:rPr>
            </a:br>
            <a:r>
              <a:rPr lang="ja-JP" altLang="en-US" sz="4400" dirty="0">
                <a:latin typeface="+mn-ea"/>
              </a:rPr>
              <a:t>・</a:t>
            </a:r>
            <a:r>
              <a:rPr sz="4400" dirty="0" err="1">
                <a:latin typeface="+mn-ea"/>
              </a:rPr>
              <a:t>詳細画面</a:t>
            </a:r>
            <a:r>
              <a:rPr lang="ja-JP" altLang="en-US" sz="4400" dirty="0">
                <a:latin typeface="+mn-ea"/>
              </a:rPr>
              <a:t>　</a:t>
            </a:r>
            <a:endParaRPr lang="en-US" altLang="ja-JP" sz="4400" dirty="0">
              <a:latin typeface="+mn-ea"/>
            </a:endParaRPr>
          </a:p>
          <a:p>
            <a:pPr marL="0" indent="0">
              <a:buNone/>
              <a:defRPr sz="2200"/>
            </a:pPr>
            <a:br>
              <a:rPr sz="4400" dirty="0">
                <a:latin typeface="+mn-ea"/>
              </a:rPr>
            </a:br>
            <a:r>
              <a:rPr lang="ja-JP" altLang="en-US" sz="4400" dirty="0">
                <a:latin typeface="+mn-ea"/>
              </a:rPr>
              <a:t>・</a:t>
            </a:r>
            <a:r>
              <a:rPr sz="4400" dirty="0" err="1">
                <a:latin typeface="+mn-ea"/>
              </a:rPr>
              <a:t>お気に入り画面</a:t>
            </a:r>
            <a:endParaRPr sz="4400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BFEA7B-47CA-01C0-DA59-048505F5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>
                <a:latin typeface="+mj-ea"/>
              </a:rPr>
              <a:t>AI</a:t>
            </a:r>
            <a:r>
              <a:rPr kumimoji="1" lang="ja-JP" altLang="en-US" b="1" dirty="0">
                <a:latin typeface="+mj-ea"/>
              </a:rPr>
              <a:t>使用内容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FA2BB8-74DA-BE32-6310-02599BDAA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ターミナルの扱いがわからなかったためターミナルのコマンドに使用</a:t>
            </a:r>
            <a:endParaRPr kumimoji="1" lang="en-US" altLang="ja-JP" dirty="0"/>
          </a:p>
          <a:p>
            <a:r>
              <a:rPr kumimoji="1" lang="en-US" altLang="ja-JP" dirty="0" err="1"/>
              <a:t>Github</a:t>
            </a:r>
            <a:r>
              <a:rPr kumimoji="1" lang="ja-JP" altLang="en-US" dirty="0"/>
              <a:t>への上げ方がわかっていなかったためそのやり方の検索に使用</a:t>
            </a:r>
          </a:p>
        </p:txBody>
      </p:sp>
    </p:spTree>
    <p:extLst>
      <p:ext uri="{BB962C8B-B14F-4D97-AF65-F5344CB8AC3E}">
        <p14:creationId xmlns:p14="http://schemas.microsoft.com/office/powerpoint/2010/main" val="394067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E73476-E9FA-3810-7A04-AE506763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アプリリンク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1D9EBD-3765-8A34-3382-17EE438DE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ja-JP" dirty="0"/>
              <a:t>https://yamazakisouhei.github.io/yamazaki-fultter/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40059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+mn-ea"/>
                <a:ea typeface="+mn-ea"/>
              </a:rPr>
              <a:t>今後の改善</a:t>
            </a:r>
            <a:endParaRPr b="1" dirty="0">
              <a:latin typeface="+mn-ea"/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lang="ja-JP" altLang="en-US" dirty="0">
                <a:latin typeface="+mn-ea"/>
              </a:rPr>
              <a:t>・</a:t>
            </a:r>
            <a:r>
              <a:rPr lang="ja-JP" altLang="en-US" sz="3600" dirty="0">
                <a:latin typeface="+mn-ea"/>
              </a:rPr>
              <a:t>検索機</a:t>
            </a:r>
            <a:r>
              <a:rPr sz="3600" dirty="0">
                <a:latin typeface="+mn-ea"/>
              </a:rPr>
              <a:t>能</a:t>
            </a:r>
            <a:endParaRPr lang="en-US" sz="3600" dirty="0">
              <a:latin typeface="+mn-ea"/>
            </a:endParaRPr>
          </a:p>
          <a:p>
            <a:pPr marL="0" indent="0">
              <a:buNone/>
              <a:defRPr sz="2200"/>
            </a:pPr>
            <a:br>
              <a:rPr sz="3600" dirty="0">
                <a:latin typeface="+mn-ea"/>
              </a:rPr>
            </a:br>
            <a:r>
              <a:rPr lang="ja-JP" altLang="en-US" sz="3600" dirty="0">
                <a:latin typeface="+mn-ea"/>
              </a:rPr>
              <a:t>・</a:t>
            </a:r>
            <a:r>
              <a:rPr sz="3600" dirty="0" err="1">
                <a:latin typeface="+mn-ea"/>
              </a:rPr>
              <a:t>Googleマップ連携</a:t>
            </a:r>
            <a:endParaRPr lang="en-US" sz="3600" dirty="0">
              <a:latin typeface="+mn-ea"/>
            </a:endParaRPr>
          </a:p>
          <a:p>
            <a:pPr marL="0" indent="0">
              <a:buNone/>
              <a:defRPr sz="2200"/>
            </a:pPr>
            <a:br>
              <a:rPr sz="3600" dirty="0">
                <a:latin typeface="+mn-ea"/>
              </a:rPr>
            </a:br>
            <a:r>
              <a:rPr lang="ja-JP" altLang="en-US" sz="3600" dirty="0">
                <a:latin typeface="+mn-ea"/>
              </a:rPr>
              <a:t>・</a:t>
            </a:r>
            <a:r>
              <a:rPr sz="3600" dirty="0" err="1">
                <a:latin typeface="+mn-ea"/>
              </a:rPr>
              <a:t>お気に入</a:t>
            </a:r>
            <a:r>
              <a:rPr lang="ja-JP" altLang="en-US" sz="3600" dirty="0">
                <a:latin typeface="+mn-ea"/>
              </a:rPr>
              <a:t>り機能からページに飛ぶ</a:t>
            </a:r>
            <a:endParaRPr lang="en-US" sz="3600" dirty="0">
              <a:latin typeface="+mn-ea"/>
            </a:endParaRPr>
          </a:p>
          <a:p>
            <a:pPr marL="0" indent="0">
              <a:buNone/>
              <a:defRPr sz="2200"/>
            </a:pPr>
            <a:br>
              <a:rPr sz="3600" dirty="0">
                <a:latin typeface="+mn-ea"/>
              </a:rPr>
            </a:br>
            <a:r>
              <a:rPr lang="ja-JP" altLang="en-US" sz="3600" dirty="0">
                <a:latin typeface="+mn-ea"/>
              </a:rPr>
              <a:t>・</a:t>
            </a:r>
            <a:r>
              <a:rPr sz="3600" dirty="0" err="1">
                <a:latin typeface="+mn-ea"/>
              </a:rPr>
              <a:t>UI改善</a:t>
            </a:r>
            <a:endParaRPr sz="3600" dirty="0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+mn-ea"/>
                <a:ea typeface="+mn-ea"/>
              </a:rPr>
              <a:t>まとめ</a:t>
            </a:r>
            <a:endParaRPr b="1" dirty="0">
              <a:latin typeface="+mn-ea"/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>
                <a:latin typeface="+mn-ea"/>
              </a:rPr>
              <a:t>Flutterを用いて観光アプリを開発し、基本機能を実装した</a:t>
            </a:r>
            <a:endParaRPr lang="en-US" dirty="0">
              <a:latin typeface="+mn-ea"/>
            </a:endParaRPr>
          </a:p>
          <a:p>
            <a:pPr>
              <a:defRPr sz="2200"/>
            </a:pPr>
            <a:r>
              <a:rPr lang="ja-JP" altLang="en-US">
                <a:latin typeface="+mn-ea"/>
              </a:rPr>
              <a:t>あまり現実的に役立つアプリとして作れなかった</a:t>
            </a:r>
            <a:endParaRPr lang="en-US" dirty="0">
              <a:latin typeface="+mn-ea"/>
            </a:endParaRP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109</Words>
  <Application>Microsoft Office PowerPoint</Application>
  <PresentationFormat>画面に合わせる 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福島観光アプリ</vt:lpstr>
      <vt:lpstr>実装機能</vt:lpstr>
      <vt:lpstr>画面構成</vt:lpstr>
      <vt:lpstr>AI使用内容</vt:lpstr>
      <vt:lpstr>アプリリンク</vt:lpstr>
      <vt:lpstr>今後の改善</vt:lpstr>
      <vt:lpstr>まとめ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山崎 湊平(zeal23410072)</cp:lastModifiedBy>
  <cp:revision>4</cp:revision>
  <dcterms:created xsi:type="dcterms:W3CDTF">2013-01-27T09:14:16Z</dcterms:created>
  <dcterms:modified xsi:type="dcterms:W3CDTF">2026-07-15T13:36:13Z</dcterms:modified>
  <cp:category/>
</cp:coreProperties>
</file>